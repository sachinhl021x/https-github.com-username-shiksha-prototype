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6e8-5b22-89dc-8000-000055718757.png?kimi-sig=OHWKjCBrqq28qZ9l6FfwUo_Xk0bcC-qltdIVj4tBPb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6f8-7152-8059-8000-00001041363e.png?kimi-sig=nVUM2RDhuXmDKA8hPVegD11fYJoexEyWx8zkI6fjtE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6ee-03b2-8911-8000-0000b066a6bd.png?kimi-sig=wO6RZMGF3E3wZzUgAosLu6K1UsbvKeS6kEGal_RVAQ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6f2-ab72-8f6c-8000-00008e7282f3.png?kimi-sig=iF7NrLvkLW6ASveFpH965xVn0DEYqwNIrQIyl7nltc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6f6-8f52-8530-8000-00006dd94571.png?kimi-sig=h1i3U4CXJpNoTK8Ud73E5fQg4gNPjzjLt66ynHRtuy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91179" y="5568780"/>
            <a:ext cx="3367026" cy="177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6f3-d972-8421-8000-00005e6c206d.png?kimi-sig=boxYqsLnKEB_e6mvSL8xg4J3xpMFj-RlM6mx9hBMgG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Shiksha: AI-Native Learning MVP</dc:title>
  <dc:subject>Shiksha: AI-Native Learning MVP</dc:subject>
  <dc:creator>Kimi</dc:creator>
  <cp:lastModifiedBy>Kimi</cp:lastModifiedBy>
  <cp:revision>1</cp:revision>
  <dcterms:created xsi:type="dcterms:W3CDTF">2025-12-07T10:58:09Z</dcterms:created>
  <dcterms:modified xsi:type="dcterms:W3CDTF">2025-12-07T10:58:09Z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{"Label":"Shiksha: AI-Native Learning MVP","ContentProducer":"001191110108MACG2KBH8F10000","ProduceID":"d4qln6nqmogii3hshtc0","ReservedCode1":"","ContentPropagator":"001191110108MACG2KBH8F20000","PropagateID":"d4qln6nqmogii3hshtc0","ReservedCode2":""}</vt:lpwstr>
  </property>
</Properties>
</file>